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企业考勤管理制度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请假 / 调休 / 年假 管理规范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请假类型与期限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事假：全年不超过15天，单次不超过5天</a:t>
            </a:r>
          </a:p>
          <a:p>
            <a:r>
              <a:t>病假：需提供医院证明材料</a:t>
            </a:r>
          </a:p>
          <a:p>
            <a:r>
              <a:t>婚假：3天，晚婚合计10天</a:t>
            </a:r>
          </a:p>
          <a:p>
            <a:r>
              <a:t>产假：98天，难产增加15天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